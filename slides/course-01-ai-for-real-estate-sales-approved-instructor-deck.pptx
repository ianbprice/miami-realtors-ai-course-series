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Mention GoHouse.ai only as professional context, not as a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Text 2"/>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5" name="Text 3"/>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6" name="Text 4"/>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7" name="Shape 5"/>
          <p:cNvSpPr/>
          <p:nvPr/>
        </p:nvSpPr>
        <p:spPr>
          <a:xfrm>
            <a:off x="749808" y="3054096"/>
            <a:ext cx="2011680" cy="0"/>
          </a:xfrm>
          <a:prstGeom prst="line">
            <a:avLst/>
          </a:prstGeom>
          <a:noFill/>
          <a:ln w="50800">
            <a:solidFill>
              <a:srgbClr val="F45B69"/>
            </a:solidFill>
            <a:prstDash val="solid"/>
          </a:ln>
        </p:spPr>
      </p:sp>
      <p:sp>
        <p:nvSpPr>
          <p:cNvPr id="8" name="Text 6"/>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9" name="Text 7"/>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Brief context: 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No official logos or brand marks are used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Examples are synthetic and classroom-safe</a:t>
            </a:r>
            <a:endParaRPr lang="en-US" sz="1650" dirty="0"/>
          </a:p>
        </p:txBody>
      </p:sp>
      <p:sp>
        <p:nvSpPr>
          <p:cNvPr id="8" name="Shape 6"/>
          <p:cNvSpPr/>
          <p:nvPr/>
        </p:nvSpPr>
        <p:spPr>
          <a:xfrm>
            <a:off x="7571232" y="1828800"/>
            <a:ext cx="3246120" cy="2788920"/>
          </a:xfrm>
          <a:prstGeom prst="roundRect">
            <a:avLst>
              <a:gd name="adj" fmla="val 1967"/>
            </a:avLst>
          </a:prstGeom>
          <a:solidFill>
            <a:srgbClr val="FFF0EF"/>
          </a:solidFill>
          <a:ln w="10160">
            <a:solidFill>
              <a:srgbClr val="F5C8C5"/>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F45B69"/>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2/48</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8" name="Shape 6"/>
          <p:cNvSpPr/>
          <p:nvPr/>
        </p:nvSpPr>
        <p:spPr>
          <a:xfrm>
            <a:off x="7571232" y="1828800"/>
            <a:ext cx="3246120" cy="2788920"/>
          </a:xfrm>
          <a:prstGeom prst="roundRect">
            <a:avLst>
              <a:gd name="adj" fmla="val 1967"/>
            </a:avLst>
          </a:prstGeom>
          <a:solidFill>
            <a:srgbClr val="F0F3FF"/>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3/48</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8" name="Shape 6"/>
          <p:cNvSpPr/>
          <p:nvPr/>
        </p:nvSpPr>
        <p:spPr>
          <a:xfrm>
            <a:off x="7571232" y="1828800"/>
            <a:ext cx="3246120" cy="2788920"/>
          </a:xfrm>
          <a:prstGeom prst="roundRect">
            <a:avLst>
              <a:gd name="adj" fmla="val 1967"/>
            </a:avLst>
          </a:prstGeom>
          <a:solidFill>
            <a:srgbClr val="E9F8F0"/>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7" name="Shape 5"/>
          <p:cNvSpPr/>
          <p:nvPr/>
        </p:nvSpPr>
        <p:spPr>
          <a:xfrm>
            <a:off x="777240" y="1828800"/>
            <a:ext cx="402336" cy="402336"/>
          </a:xfrm>
          <a:prstGeom prst="ellipse">
            <a:avLst/>
          </a:prstGeom>
          <a:solidFill>
            <a:srgbClr val="008F8F"/>
          </a:solidFill>
          <a:ln w="12700">
            <a:solidFill>
              <a:srgbClr val="008F8F"/>
            </a:solidFill>
            <a:prstDash val="solid"/>
          </a:ln>
        </p:spPr>
      </p:sp>
      <p:sp>
        <p:nvSpPr>
          <p:cNvPr id="8" name="Text 6"/>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Text 7"/>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0" name="Text 8"/>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1" name="Shape 9"/>
          <p:cNvSpPr/>
          <p:nvPr/>
        </p:nvSpPr>
        <p:spPr>
          <a:xfrm>
            <a:off x="3566160" y="1828800"/>
            <a:ext cx="402336" cy="402336"/>
          </a:xfrm>
          <a:prstGeom prst="ellipse">
            <a:avLst/>
          </a:prstGeom>
          <a:solidFill>
            <a:srgbClr val="2F80ED"/>
          </a:solidFill>
          <a:ln w="12700">
            <a:solidFill>
              <a:srgbClr val="2F80ED"/>
            </a:solidFill>
            <a:prstDash val="solid"/>
          </a:ln>
        </p:spPr>
      </p:sp>
      <p:sp>
        <p:nvSpPr>
          <p:cNvPr id="12" name="Text 10"/>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3" name="Text 11"/>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14" name="Text 12"/>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15" name="Shape 13"/>
          <p:cNvSpPr/>
          <p:nvPr/>
        </p:nvSpPr>
        <p:spPr>
          <a:xfrm>
            <a:off x="6355080" y="1828800"/>
            <a:ext cx="402336" cy="402336"/>
          </a:xfrm>
          <a:prstGeom prst="ellipse">
            <a:avLst/>
          </a:prstGeom>
          <a:solidFill>
            <a:srgbClr val="F45B69"/>
          </a:solidFill>
          <a:ln w="12700">
            <a:solidFill>
              <a:srgbClr val="F45B69"/>
            </a:solidFill>
            <a:prstDash val="solid"/>
          </a:ln>
        </p:spPr>
      </p:sp>
      <p:sp>
        <p:nvSpPr>
          <p:cNvPr id="16" name="Text 14"/>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7" name="Text 15"/>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18" name="Text 16"/>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19" name="Shape 17"/>
          <p:cNvSpPr/>
          <p:nvPr/>
        </p:nvSpPr>
        <p:spPr>
          <a:xfrm>
            <a:off x="9144000" y="1828800"/>
            <a:ext cx="402336" cy="402336"/>
          </a:xfrm>
          <a:prstGeom prst="ellipse">
            <a:avLst/>
          </a:prstGeom>
          <a:solidFill>
            <a:srgbClr val="F2B84B"/>
          </a:solidFill>
          <a:ln w="12700">
            <a:solidFill>
              <a:srgbClr val="F2B84B"/>
            </a:solidFill>
            <a:prstDash val="solid"/>
          </a:ln>
        </p:spPr>
      </p:sp>
      <p:sp>
        <p:nvSpPr>
          <p:cNvPr id="20" name="Text 18"/>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1" name="Text 19"/>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2" name="Text 20"/>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23" name="Shape 21"/>
          <p:cNvSpPr/>
          <p:nvPr/>
        </p:nvSpPr>
        <p:spPr>
          <a:xfrm>
            <a:off x="777240" y="3383280"/>
            <a:ext cx="402336" cy="402336"/>
          </a:xfrm>
          <a:prstGeom prst="ellipse">
            <a:avLst/>
          </a:prstGeom>
          <a:solidFill>
            <a:srgbClr val="008F8F"/>
          </a:solidFill>
          <a:ln w="12700">
            <a:solidFill>
              <a:srgbClr val="008F8F"/>
            </a:solidFill>
            <a:prstDash val="solid"/>
          </a:ln>
        </p:spPr>
      </p:sp>
      <p:sp>
        <p:nvSpPr>
          <p:cNvPr id="24" name="Text 2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5" name="Text 2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6" name="Text 2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27" name="Shape 25"/>
          <p:cNvSpPr/>
          <p:nvPr/>
        </p:nvSpPr>
        <p:spPr>
          <a:xfrm>
            <a:off x="3566160" y="3383280"/>
            <a:ext cx="402336" cy="402336"/>
          </a:xfrm>
          <a:prstGeom prst="ellipse">
            <a:avLst/>
          </a:prstGeom>
          <a:solidFill>
            <a:srgbClr val="2F80ED"/>
          </a:solidFill>
          <a:ln w="12700">
            <a:solidFill>
              <a:srgbClr val="2F80ED"/>
            </a:solidFill>
            <a:prstDash val="solid"/>
          </a:ln>
        </p:spPr>
      </p:sp>
      <p:sp>
        <p:nvSpPr>
          <p:cNvPr id="28" name="Text 26"/>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29" name="Text 27"/>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0" name="Text 28"/>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31" name="Shape 29"/>
          <p:cNvSpPr/>
          <p:nvPr/>
        </p:nvSpPr>
        <p:spPr>
          <a:xfrm>
            <a:off x="6355080" y="3383280"/>
            <a:ext cx="402336" cy="402336"/>
          </a:xfrm>
          <a:prstGeom prst="ellipse">
            <a:avLst/>
          </a:prstGeom>
          <a:solidFill>
            <a:srgbClr val="F45B69"/>
          </a:solidFill>
          <a:ln w="12700">
            <a:solidFill>
              <a:srgbClr val="F45B69"/>
            </a:solidFill>
            <a:prstDash val="solid"/>
          </a:ln>
        </p:spPr>
      </p:sp>
      <p:sp>
        <p:nvSpPr>
          <p:cNvPr id="32" name="Text 30"/>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33" name="Text 31"/>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4" name="Text 32"/>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35" name="Shape 33"/>
          <p:cNvSpPr/>
          <p:nvPr/>
        </p:nvSpPr>
        <p:spPr>
          <a:xfrm>
            <a:off x="9144000" y="3383280"/>
            <a:ext cx="402336" cy="402336"/>
          </a:xfrm>
          <a:prstGeom prst="ellipse">
            <a:avLst/>
          </a:prstGeom>
          <a:solidFill>
            <a:srgbClr val="F2B84B"/>
          </a:solidFill>
          <a:ln w="12700">
            <a:solidFill>
              <a:srgbClr val="F2B84B"/>
            </a:solidFill>
            <a:prstDash val="solid"/>
          </a:ln>
        </p:spPr>
      </p:sp>
      <p:sp>
        <p:nvSpPr>
          <p:cNvPr id="36" name="Text 34"/>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37" name="Text 35"/>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38" name="Text 36"/>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39" name="Shape 37"/>
          <p:cNvSpPr/>
          <p:nvPr/>
        </p:nvSpPr>
        <p:spPr>
          <a:xfrm>
            <a:off x="502920" y="6473952"/>
            <a:ext cx="11201400" cy="0"/>
          </a:xfrm>
          <a:prstGeom prst="line">
            <a:avLst/>
          </a:prstGeom>
          <a:noFill/>
          <a:ln w="9525">
            <a:solidFill>
              <a:srgbClr val="D8E6E8"/>
            </a:solidFill>
            <a:prstDash val="solid"/>
          </a:ln>
        </p:spPr>
      </p:sp>
      <p:sp>
        <p:nvSpPr>
          <p:cNvPr id="40" name="Text 3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41" name="Text 3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5/48</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8" name="Shape 6"/>
          <p:cNvSpPr/>
          <p:nvPr/>
        </p:nvSpPr>
        <p:spPr>
          <a:xfrm>
            <a:off x="7571232" y="1828800"/>
            <a:ext cx="3246120" cy="2788920"/>
          </a:xfrm>
          <a:prstGeom prst="roundRect">
            <a:avLst>
              <a:gd name="adj" fmla="val 1967"/>
            </a:avLst>
          </a:prstGeom>
          <a:solidFill>
            <a:srgbClr val="FFF0EF"/>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7/48</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7" name="Shape 5"/>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8" name="Text 6"/>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9" name="Text 7"/>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0" name="Shape 8"/>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1" name="Text 9"/>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2" name="Text 10"/>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3" name="Shape 11"/>
          <p:cNvSpPr/>
          <p:nvPr/>
        </p:nvSpPr>
        <p:spPr>
          <a:xfrm>
            <a:off x="5650992" y="3017520"/>
            <a:ext cx="438912" cy="475488"/>
          </a:xfrm>
          <a:prstGeom prst="chevron">
            <a:avLst/>
          </a:prstGeom>
          <a:solidFill>
            <a:srgbClr val="008F8F"/>
          </a:solidFill>
          <a:ln w="12700">
            <a:solidFill>
              <a:srgbClr val="008F8F"/>
            </a:solidFill>
            <a:prstDash val="solid"/>
          </a:ln>
        </p:spPr>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8/48</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0" name="Text 8"/>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1" name="Shape 9"/>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2" name="Text 10"/>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13" name="Text 11"/>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9/48</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7" name="Shape 5"/>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8" name="Text 6"/>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9" name="Text 7"/>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0" name="Shape 8"/>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1" name="Text 9"/>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2" name="Text 10"/>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3" name="Shape 11"/>
          <p:cNvSpPr/>
          <p:nvPr/>
        </p:nvSpPr>
        <p:spPr>
          <a:xfrm>
            <a:off x="5650992" y="3017520"/>
            <a:ext cx="438912" cy="475488"/>
          </a:xfrm>
          <a:prstGeom prst="chevron">
            <a:avLst/>
          </a:prstGeom>
          <a:solidFill>
            <a:srgbClr val="008F8F"/>
          </a:solidFill>
          <a:ln w="12700">
            <a:solidFill>
              <a:srgbClr val="008F8F"/>
            </a:solidFill>
            <a:prstDash val="solid"/>
          </a:ln>
        </p:spPr>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11/48</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7" name="Shape 5"/>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8" name="Shape 6"/>
          <p:cNvSpPr/>
          <p:nvPr/>
        </p:nvSpPr>
        <p:spPr>
          <a:xfrm>
            <a:off x="1097280" y="2084832"/>
            <a:ext cx="402336" cy="402336"/>
          </a:xfrm>
          <a:prstGeom prst="ellipse">
            <a:avLst/>
          </a:prstGeom>
          <a:solidFill>
            <a:srgbClr val="008F8F"/>
          </a:solidFill>
          <a:ln w="12700">
            <a:solidFill>
              <a:srgbClr val="008F8F"/>
            </a:solidFill>
            <a:prstDash val="solid"/>
          </a:ln>
        </p:spPr>
      </p:sp>
      <p:sp>
        <p:nvSpPr>
          <p:cNvPr id="9" name="Text 7"/>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0" name="Text 8"/>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1" name="Text 9"/>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2" name="Shape 10"/>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3" name="Shape 11"/>
          <p:cNvSpPr/>
          <p:nvPr/>
        </p:nvSpPr>
        <p:spPr>
          <a:xfrm>
            <a:off x="6355080" y="2084832"/>
            <a:ext cx="402336" cy="402336"/>
          </a:xfrm>
          <a:prstGeom prst="ellipse">
            <a:avLst/>
          </a:prstGeom>
          <a:solidFill>
            <a:srgbClr val="2F80ED"/>
          </a:solidFill>
          <a:ln w="12700">
            <a:solidFill>
              <a:srgbClr val="2F80ED"/>
            </a:solidFill>
            <a:prstDash val="solid"/>
          </a:ln>
        </p:spPr>
      </p:sp>
      <p:sp>
        <p:nvSpPr>
          <p:cNvPr id="14" name="Text 12"/>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5" name="Text 13"/>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16" name="Text 14"/>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17" name="Shape 15"/>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18" name="Shape 16"/>
          <p:cNvSpPr/>
          <p:nvPr/>
        </p:nvSpPr>
        <p:spPr>
          <a:xfrm>
            <a:off x="1097280" y="3502152"/>
            <a:ext cx="402336" cy="402336"/>
          </a:xfrm>
          <a:prstGeom prst="ellipse">
            <a:avLst/>
          </a:prstGeom>
          <a:solidFill>
            <a:srgbClr val="F45B69"/>
          </a:solidFill>
          <a:ln w="12700">
            <a:solidFill>
              <a:srgbClr val="F45B69"/>
            </a:solidFill>
            <a:prstDash val="solid"/>
          </a:ln>
        </p:spPr>
      </p:sp>
      <p:sp>
        <p:nvSpPr>
          <p:cNvPr id="19" name="Text 17"/>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0" name="Text 18"/>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1" name="Text 19"/>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2" name="Shape 20"/>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3" name="Shape 21"/>
          <p:cNvSpPr/>
          <p:nvPr/>
        </p:nvSpPr>
        <p:spPr>
          <a:xfrm>
            <a:off x="6355080" y="3502152"/>
            <a:ext cx="402336" cy="402336"/>
          </a:xfrm>
          <a:prstGeom prst="ellipse">
            <a:avLst/>
          </a:prstGeom>
          <a:solidFill>
            <a:srgbClr val="2E7D5B"/>
          </a:solidFill>
          <a:ln w="12700">
            <a:solidFill>
              <a:srgbClr val="2E7D5B"/>
            </a:solidFill>
            <a:prstDash val="solid"/>
          </a:ln>
        </p:spPr>
      </p:sp>
      <p:sp>
        <p:nvSpPr>
          <p:cNvPr id="24" name="Text 22"/>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5" name="Text 23"/>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26" name="Text 24"/>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12/48</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0" name="Text 8"/>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1" name="Text 9"/>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2" name="Shape 10"/>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3" name="Text 11"/>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14" name="Text 12"/>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13/48</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7" name="Shape 5"/>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8" name="Text 6"/>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9" name="Text 7"/>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0" name="Shape 8"/>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1" name="Text 9"/>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2" name="Text 10"/>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3" name="Shape 11"/>
          <p:cNvSpPr/>
          <p:nvPr/>
        </p:nvSpPr>
        <p:spPr>
          <a:xfrm>
            <a:off x="502920" y="6473952"/>
            <a:ext cx="11201400" cy="0"/>
          </a:xfrm>
          <a:prstGeom prst="line">
            <a:avLst/>
          </a:prstGeom>
          <a:noFill/>
          <a:ln w="9525">
            <a:solidFill>
              <a:srgbClr val="D8E6E8"/>
            </a:solidFill>
            <a:prstDash val="solid"/>
          </a:ln>
        </p:spPr>
      </p:sp>
      <p:sp>
        <p:nvSpPr>
          <p:cNvPr id="14" name="Text 1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5" name="Text 1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14/48</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7" name="Shape 5"/>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8" name="Text 6"/>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9" name="Text 7"/>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10" name="Shape 8"/>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1" name="Text 9"/>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2" name="Text 10"/>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3" name="Shape 11"/>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4" name="Text 12"/>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5" name="Text 13"/>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16" name="Shape 14"/>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17" name="Text 15"/>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18" name="Text 16"/>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19" name="Shape 17"/>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0" name="Text 18"/>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1" name="Text 19"/>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2" name="Shape 20"/>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3" name="Text 21"/>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4" name="Text 22"/>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5" name="Shape 23"/>
          <p:cNvSpPr/>
          <p:nvPr/>
        </p:nvSpPr>
        <p:spPr>
          <a:xfrm>
            <a:off x="502920" y="6473952"/>
            <a:ext cx="11201400" cy="0"/>
          </a:xfrm>
          <a:prstGeom prst="line">
            <a:avLst/>
          </a:prstGeom>
          <a:noFill/>
          <a:ln w="9525">
            <a:solidFill>
              <a:srgbClr val="D8E6E8"/>
            </a:solidFill>
            <a:prstDash val="solid"/>
          </a:ln>
        </p:spPr>
      </p:sp>
      <p:sp>
        <p:nvSpPr>
          <p:cNvPr id="26" name="Text 2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7" name="Text 2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16/48</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7" name="Shape 5"/>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8" name="Shape 6"/>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9" name="Text 7"/>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0" name="Text 8"/>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1" name="Shape 9"/>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2" name="Shape 10"/>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3" name="Text 11"/>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4" name="Text 12"/>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7" name="Shape 5"/>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8" name="Shape 6"/>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9" name="Text 7"/>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0" name="Text 8"/>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1" name="Shape 9"/>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2" name="Shape 10"/>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3" name="Text 11"/>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4" name="Text 12"/>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0" name="Text 8"/>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1" name="Text 9"/>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2" name="Shape 10"/>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3" name="Text 11"/>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14" name="Text 12"/>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19/48</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7" name="Shape 5"/>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8" name="Shape 6"/>
          <p:cNvSpPr/>
          <p:nvPr/>
        </p:nvSpPr>
        <p:spPr>
          <a:xfrm>
            <a:off x="1078992" y="1810512"/>
            <a:ext cx="402336" cy="402336"/>
          </a:xfrm>
          <a:prstGeom prst="ellipse">
            <a:avLst/>
          </a:prstGeom>
          <a:solidFill>
            <a:srgbClr val="008F8F"/>
          </a:solidFill>
          <a:ln w="12700">
            <a:solidFill>
              <a:srgbClr val="008F8F"/>
            </a:solidFill>
            <a:prstDash val="solid"/>
          </a:ln>
        </p:spPr>
      </p:sp>
      <p:sp>
        <p:nvSpPr>
          <p:cNvPr id="9" name="Text 7"/>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0" name="Text 8"/>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1" name="Shape 9"/>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2" name="Shape 10"/>
          <p:cNvSpPr/>
          <p:nvPr/>
        </p:nvSpPr>
        <p:spPr>
          <a:xfrm>
            <a:off x="1078992" y="2432304"/>
            <a:ext cx="402336" cy="402336"/>
          </a:xfrm>
          <a:prstGeom prst="ellipse">
            <a:avLst/>
          </a:prstGeom>
          <a:solidFill>
            <a:srgbClr val="2F80ED"/>
          </a:solidFill>
          <a:ln w="12700">
            <a:solidFill>
              <a:srgbClr val="2F80ED"/>
            </a:solidFill>
            <a:prstDash val="solid"/>
          </a:ln>
        </p:spPr>
      </p:sp>
      <p:sp>
        <p:nvSpPr>
          <p:cNvPr id="13" name="Text 11"/>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4" name="Text 12"/>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5" name="Shape 13"/>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16" name="Shape 14"/>
          <p:cNvSpPr/>
          <p:nvPr/>
        </p:nvSpPr>
        <p:spPr>
          <a:xfrm>
            <a:off x="1078992" y="3054096"/>
            <a:ext cx="402336" cy="402336"/>
          </a:xfrm>
          <a:prstGeom prst="ellipse">
            <a:avLst/>
          </a:prstGeom>
          <a:solidFill>
            <a:srgbClr val="F45B69"/>
          </a:solidFill>
          <a:ln w="12700">
            <a:solidFill>
              <a:srgbClr val="F45B69"/>
            </a:solidFill>
            <a:prstDash val="solid"/>
          </a:ln>
        </p:spPr>
      </p:sp>
      <p:sp>
        <p:nvSpPr>
          <p:cNvPr id="17" name="Text 15"/>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8" name="Text 16"/>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19" name="Shape 17"/>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0" name="Shape 18"/>
          <p:cNvSpPr/>
          <p:nvPr/>
        </p:nvSpPr>
        <p:spPr>
          <a:xfrm>
            <a:off x="1078992" y="3675888"/>
            <a:ext cx="402336" cy="402336"/>
          </a:xfrm>
          <a:prstGeom prst="ellipse">
            <a:avLst/>
          </a:prstGeom>
          <a:solidFill>
            <a:srgbClr val="2E7D5B"/>
          </a:solidFill>
          <a:ln w="12700">
            <a:solidFill>
              <a:srgbClr val="2E7D5B"/>
            </a:solidFill>
            <a:prstDash val="solid"/>
          </a:ln>
        </p:spPr>
      </p:sp>
      <p:sp>
        <p:nvSpPr>
          <p:cNvPr id="21" name="Text 19"/>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2" name="Text 20"/>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20/48</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8" name="Shape 6"/>
          <p:cNvSpPr/>
          <p:nvPr/>
        </p:nvSpPr>
        <p:spPr>
          <a:xfrm>
            <a:off x="7571232" y="1828800"/>
            <a:ext cx="3246120" cy="2788920"/>
          </a:xfrm>
          <a:prstGeom prst="roundRect">
            <a:avLst>
              <a:gd name="adj" fmla="val 1967"/>
            </a:avLst>
          </a:prstGeom>
          <a:solidFill>
            <a:srgbClr val="FFF0EF"/>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22/48</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7" name="Shape 5"/>
          <p:cNvSpPr/>
          <p:nvPr/>
        </p:nvSpPr>
        <p:spPr>
          <a:xfrm>
            <a:off x="731520" y="2331720"/>
            <a:ext cx="402336" cy="402336"/>
          </a:xfrm>
          <a:prstGeom prst="ellipse">
            <a:avLst/>
          </a:prstGeom>
          <a:solidFill>
            <a:srgbClr val="008F8F"/>
          </a:solidFill>
          <a:ln w="12700">
            <a:solidFill>
              <a:srgbClr val="008F8F"/>
            </a:solidFill>
            <a:prstDash val="solid"/>
          </a:ln>
        </p:spPr>
      </p:sp>
      <p:sp>
        <p:nvSpPr>
          <p:cNvPr id="8" name="Text 6"/>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Shape 7"/>
          <p:cNvSpPr/>
          <p:nvPr/>
        </p:nvSpPr>
        <p:spPr>
          <a:xfrm>
            <a:off x="1143000" y="2532888"/>
            <a:ext cx="1115568" cy="0"/>
          </a:xfrm>
          <a:prstGeom prst="line">
            <a:avLst/>
          </a:prstGeom>
          <a:noFill/>
          <a:ln w="17780">
            <a:solidFill>
              <a:srgbClr val="D8E6E8"/>
            </a:solidFill>
            <a:prstDash val="solid"/>
            <a:tailEnd type="triangle"/>
          </a:ln>
        </p:spPr>
      </p:sp>
      <p:sp>
        <p:nvSpPr>
          <p:cNvPr id="10" name="Text 8"/>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1" name="Shape 9"/>
          <p:cNvSpPr/>
          <p:nvPr/>
        </p:nvSpPr>
        <p:spPr>
          <a:xfrm>
            <a:off x="2468880" y="2496312"/>
            <a:ext cx="402336" cy="402336"/>
          </a:xfrm>
          <a:prstGeom prst="ellipse">
            <a:avLst/>
          </a:prstGeom>
          <a:solidFill>
            <a:srgbClr val="2F80ED"/>
          </a:solidFill>
          <a:ln w="12700">
            <a:solidFill>
              <a:srgbClr val="2F80ED"/>
            </a:solidFill>
            <a:prstDash val="solid"/>
          </a:ln>
        </p:spPr>
      </p:sp>
      <p:sp>
        <p:nvSpPr>
          <p:cNvPr id="12" name="Text 10"/>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3" name="Shape 11"/>
          <p:cNvSpPr/>
          <p:nvPr/>
        </p:nvSpPr>
        <p:spPr>
          <a:xfrm>
            <a:off x="2880360" y="2532888"/>
            <a:ext cx="1115568" cy="0"/>
          </a:xfrm>
          <a:prstGeom prst="line">
            <a:avLst/>
          </a:prstGeom>
          <a:noFill/>
          <a:ln w="17780">
            <a:solidFill>
              <a:srgbClr val="D8E6E8"/>
            </a:solidFill>
            <a:prstDash val="solid"/>
            <a:tailEnd type="triangle"/>
          </a:ln>
        </p:spPr>
      </p:sp>
      <p:sp>
        <p:nvSpPr>
          <p:cNvPr id="14" name="Text 12"/>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5" name="Shape 13"/>
          <p:cNvSpPr/>
          <p:nvPr/>
        </p:nvSpPr>
        <p:spPr>
          <a:xfrm>
            <a:off x="4206240" y="2331720"/>
            <a:ext cx="402336" cy="402336"/>
          </a:xfrm>
          <a:prstGeom prst="ellipse">
            <a:avLst/>
          </a:prstGeom>
          <a:solidFill>
            <a:srgbClr val="F45B69"/>
          </a:solidFill>
          <a:ln w="12700">
            <a:solidFill>
              <a:srgbClr val="F45B69"/>
            </a:solidFill>
            <a:prstDash val="solid"/>
          </a:ln>
        </p:spPr>
      </p:sp>
      <p:sp>
        <p:nvSpPr>
          <p:cNvPr id="16" name="Text 14"/>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7" name="Shape 15"/>
          <p:cNvSpPr/>
          <p:nvPr/>
        </p:nvSpPr>
        <p:spPr>
          <a:xfrm>
            <a:off x="4617720" y="2532888"/>
            <a:ext cx="1115568" cy="0"/>
          </a:xfrm>
          <a:prstGeom prst="line">
            <a:avLst/>
          </a:prstGeom>
          <a:noFill/>
          <a:ln w="17780">
            <a:solidFill>
              <a:srgbClr val="D8E6E8"/>
            </a:solidFill>
            <a:prstDash val="solid"/>
            <a:tailEnd type="triangle"/>
          </a:ln>
        </p:spPr>
      </p:sp>
      <p:sp>
        <p:nvSpPr>
          <p:cNvPr id="18" name="Text 16"/>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19" name="Shape 17"/>
          <p:cNvSpPr/>
          <p:nvPr/>
        </p:nvSpPr>
        <p:spPr>
          <a:xfrm>
            <a:off x="5943600" y="2496312"/>
            <a:ext cx="402336" cy="402336"/>
          </a:xfrm>
          <a:prstGeom prst="ellipse">
            <a:avLst/>
          </a:prstGeom>
          <a:solidFill>
            <a:srgbClr val="2E7D5B"/>
          </a:solidFill>
          <a:ln w="12700">
            <a:solidFill>
              <a:srgbClr val="2E7D5B"/>
            </a:solidFill>
            <a:prstDash val="solid"/>
          </a:ln>
        </p:spPr>
      </p:sp>
      <p:sp>
        <p:nvSpPr>
          <p:cNvPr id="20" name="Text 18"/>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1" name="Shape 19"/>
          <p:cNvSpPr/>
          <p:nvPr/>
        </p:nvSpPr>
        <p:spPr>
          <a:xfrm>
            <a:off x="6355080" y="2532888"/>
            <a:ext cx="1115568" cy="0"/>
          </a:xfrm>
          <a:prstGeom prst="line">
            <a:avLst/>
          </a:prstGeom>
          <a:noFill/>
          <a:ln w="17780">
            <a:solidFill>
              <a:srgbClr val="D8E6E8"/>
            </a:solidFill>
            <a:prstDash val="solid"/>
            <a:tailEnd type="triangle"/>
          </a:ln>
        </p:spPr>
      </p:sp>
      <p:sp>
        <p:nvSpPr>
          <p:cNvPr id="22" name="Text 20"/>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3" name="Shape 21"/>
          <p:cNvSpPr/>
          <p:nvPr/>
        </p:nvSpPr>
        <p:spPr>
          <a:xfrm>
            <a:off x="7680960" y="2331720"/>
            <a:ext cx="402336" cy="402336"/>
          </a:xfrm>
          <a:prstGeom prst="ellipse">
            <a:avLst/>
          </a:prstGeom>
          <a:solidFill>
            <a:srgbClr val="F2B84B"/>
          </a:solidFill>
          <a:ln w="12700">
            <a:solidFill>
              <a:srgbClr val="F2B84B"/>
            </a:solidFill>
            <a:prstDash val="solid"/>
          </a:ln>
        </p:spPr>
      </p:sp>
      <p:sp>
        <p:nvSpPr>
          <p:cNvPr id="24" name="Text 22"/>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5" name="Shape 23"/>
          <p:cNvSpPr/>
          <p:nvPr/>
        </p:nvSpPr>
        <p:spPr>
          <a:xfrm>
            <a:off x="8092440" y="2532888"/>
            <a:ext cx="1115568" cy="0"/>
          </a:xfrm>
          <a:prstGeom prst="line">
            <a:avLst/>
          </a:prstGeom>
          <a:noFill/>
          <a:ln w="17780">
            <a:solidFill>
              <a:srgbClr val="D8E6E8"/>
            </a:solidFill>
            <a:prstDash val="solid"/>
            <a:tailEnd type="triangle"/>
          </a:ln>
        </p:spPr>
      </p:sp>
      <p:sp>
        <p:nvSpPr>
          <p:cNvPr id="26" name="Text 24"/>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27" name="Shape 25"/>
          <p:cNvSpPr/>
          <p:nvPr/>
        </p:nvSpPr>
        <p:spPr>
          <a:xfrm>
            <a:off x="9418320" y="2496312"/>
            <a:ext cx="402336" cy="402336"/>
          </a:xfrm>
          <a:prstGeom prst="ellipse">
            <a:avLst/>
          </a:prstGeom>
          <a:solidFill>
            <a:srgbClr val="16324F"/>
          </a:solidFill>
          <a:ln w="12700">
            <a:solidFill>
              <a:srgbClr val="16324F"/>
            </a:solidFill>
            <a:prstDash val="solid"/>
          </a:ln>
        </p:spPr>
      </p:sp>
      <p:sp>
        <p:nvSpPr>
          <p:cNvPr id="28" name="Text 26"/>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29" name="Text 27"/>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23/48</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7" name="Shape 5"/>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8" name="Shape 6"/>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9" name="Text 7"/>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0" name="Text 8"/>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1" name="Shape 9"/>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2" name="Shape 10"/>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3" name="Text 11"/>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4" name="Text 12"/>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24/48</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0" name="Text 8"/>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1" name="Shape 9"/>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2" name="Text 10"/>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13" name="Text 11"/>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25/48</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7" name="Shape 5"/>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8" name="Shape 6"/>
          <p:cNvSpPr/>
          <p:nvPr/>
        </p:nvSpPr>
        <p:spPr>
          <a:xfrm>
            <a:off x="1097280" y="2084832"/>
            <a:ext cx="402336" cy="402336"/>
          </a:xfrm>
          <a:prstGeom prst="ellipse">
            <a:avLst/>
          </a:prstGeom>
          <a:solidFill>
            <a:srgbClr val="008F8F"/>
          </a:solidFill>
          <a:ln w="12700">
            <a:solidFill>
              <a:srgbClr val="008F8F"/>
            </a:solidFill>
            <a:prstDash val="solid"/>
          </a:ln>
        </p:spPr>
      </p:sp>
      <p:sp>
        <p:nvSpPr>
          <p:cNvPr id="9" name="Text 7"/>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0" name="Text 8"/>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1" name="Text 9"/>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2" name="Shape 10"/>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3" name="Shape 11"/>
          <p:cNvSpPr/>
          <p:nvPr/>
        </p:nvSpPr>
        <p:spPr>
          <a:xfrm>
            <a:off x="6355080" y="2084832"/>
            <a:ext cx="402336" cy="402336"/>
          </a:xfrm>
          <a:prstGeom prst="ellipse">
            <a:avLst/>
          </a:prstGeom>
          <a:solidFill>
            <a:srgbClr val="2F80ED"/>
          </a:solidFill>
          <a:ln w="12700">
            <a:solidFill>
              <a:srgbClr val="2F80ED"/>
            </a:solidFill>
            <a:prstDash val="solid"/>
          </a:ln>
        </p:spPr>
      </p:sp>
      <p:sp>
        <p:nvSpPr>
          <p:cNvPr id="14" name="Text 12"/>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5" name="Text 13"/>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16" name="Text 14"/>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17" name="Shape 15"/>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18" name="Shape 16"/>
          <p:cNvSpPr/>
          <p:nvPr/>
        </p:nvSpPr>
        <p:spPr>
          <a:xfrm>
            <a:off x="1097280" y="3502152"/>
            <a:ext cx="402336" cy="402336"/>
          </a:xfrm>
          <a:prstGeom prst="ellipse">
            <a:avLst/>
          </a:prstGeom>
          <a:solidFill>
            <a:srgbClr val="F45B69"/>
          </a:solidFill>
          <a:ln w="12700">
            <a:solidFill>
              <a:srgbClr val="F45B69"/>
            </a:solidFill>
            <a:prstDash val="solid"/>
          </a:ln>
        </p:spPr>
      </p:sp>
      <p:sp>
        <p:nvSpPr>
          <p:cNvPr id="19" name="Text 17"/>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0" name="Text 18"/>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1" name="Text 19"/>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2" name="Shape 20"/>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3" name="Shape 21"/>
          <p:cNvSpPr/>
          <p:nvPr/>
        </p:nvSpPr>
        <p:spPr>
          <a:xfrm>
            <a:off x="6355080" y="3502152"/>
            <a:ext cx="402336" cy="402336"/>
          </a:xfrm>
          <a:prstGeom prst="ellipse">
            <a:avLst/>
          </a:prstGeom>
          <a:solidFill>
            <a:srgbClr val="2E7D5B"/>
          </a:solidFill>
          <a:ln w="12700">
            <a:solidFill>
              <a:srgbClr val="2E7D5B"/>
            </a:solidFill>
            <a:prstDash val="solid"/>
          </a:ln>
        </p:spPr>
      </p:sp>
      <p:sp>
        <p:nvSpPr>
          <p:cNvPr id="24" name="Text 22"/>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5" name="Text 23"/>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26" name="Text 24"/>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26/48</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8" name="Shape 6"/>
          <p:cNvSpPr/>
          <p:nvPr/>
        </p:nvSpPr>
        <p:spPr>
          <a:xfrm>
            <a:off x="7571232" y="1828800"/>
            <a:ext cx="3246120" cy="2788920"/>
          </a:xfrm>
          <a:prstGeom prst="roundRect">
            <a:avLst>
              <a:gd name="adj" fmla="val 1967"/>
            </a:avLst>
          </a:prstGeom>
          <a:solidFill>
            <a:srgbClr val="F0F3FF"/>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28/48</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7" name="Shape 5"/>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8" name="Text 6"/>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9" name="Text 7"/>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0" name="Shape 8"/>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1" name="Text 9"/>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2" name="Text 10"/>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3" name="Shape 11"/>
          <p:cNvSpPr/>
          <p:nvPr/>
        </p:nvSpPr>
        <p:spPr>
          <a:xfrm>
            <a:off x="502920" y="6473952"/>
            <a:ext cx="11201400" cy="0"/>
          </a:xfrm>
          <a:prstGeom prst="line">
            <a:avLst/>
          </a:prstGeom>
          <a:noFill/>
          <a:ln w="9525">
            <a:solidFill>
              <a:srgbClr val="D8E6E8"/>
            </a:solidFill>
            <a:prstDash val="solid"/>
          </a:ln>
        </p:spPr>
      </p:sp>
      <p:sp>
        <p:nvSpPr>
          <p:cNvPr id="14" name="Text 1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5" name="Text 1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29/48</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7" name="Shape 5"/>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8" name="Text 6"/>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9" name="Text 7"/>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0" name="Shape 8"/>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1" name="Text 9"/>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2" name="Text 10"/>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3" name="Shape 11"/>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4" name="Text 12"/>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5" name="Text 13"/>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16" name="Shape 14"/>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17" name="Text 15"/>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18" name="Text 16"/>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19" name="Shape 17"/>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0" name="Text 18"/>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1" name="Text 19"/>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2" name="Shape 20"/>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3" name="Text 21"/>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4" name="Text 22"/>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5" name="Shape 23"/>
          <p:cNvSpPr/>
          <p:nvPr/>
        </p:nvSpPr>
        <p:spPr>
          <a:xfrm>
            <a:off x="502920" y="6473952"/>
            <a:ext cx="11201400" cy="0"/>
          </a:xfrm>
          <a:prstGeom prst="line">
            <a:avLst/>
          </a:prstGeom>
          <a:noFill/>
          <a:ln w="9525">
            <a:solidFill>
              <a:srgbClr val="D8E6E8"/>
            </a:solidFill>
            <a:prstDash val="solid"/>
          </a:ln>
        </p:spPr>
      </p:sp>
      <p:sp>
        <p:nvSpPr>
          <p:cNvPr id="26" name="Text 2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7" name="Text 2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30/48</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0" name="Text 8"/>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1" name="Shape 9"/>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2" name="Text 10"/>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13" name="Text 11"/>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31/48</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8" name="Shape 6"/>
          <p:cNvSpPr/>
          <p:nvPr/>
        </p:nvSpPr>
        <p:spPr>
          <a:xfrm>
            <a:off x="7571232" y="1828800"/>
            <a:ext cx="3246120" cy="2788920"/>
          </a:xfrm>
          <a:prstGeom prst="roundRect">
            <a:avLst>
              <a:gd name="adj" fmla="val 1967"/>
            </a:avLst>
          </a:prstGeom>
          <a:solidFill>
            <a:srgbClr val="F0F3FF"/>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33/48</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7" name="Shape 5"/>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8" name="Shape 6"/>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9" name="Text 7"/>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0" name="Shape 8"/>
          <p:cNvSpPr/>
          <p:nvPr/>
        </p:nvSpPr>
        <p:spPr>
          <a:xfrm>
            <a:off x="502920" y="6473952"/>
            <a:ext cx="11201400" cy="0"/>
          </a:xfrm>
          <a:prstGeom prst="line">
            <a:avLst/>
          </a:prstGeom>
          <a:noFill/>
          <a:ln w="9525">
            <a:solidFill>
              <a:srgbClr val="D8E6E8"/>
            </a:solidFill>
            <a:prstDash val="solid"/>
          </a:ln>
        </p:spPr>
      </p:sp>
      <p:sp>
        <p:nvSpPr>
          <p:cNvPr id="11" name="Text 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2" name="Text 1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34/48</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7" name="Shape 5"/>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8" name="Shape 6"/>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9" name="Text 7"/>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0" name="Shape 8"/>
          <p:cNvSpPr/>
          <p:nvPr/>
        </p:nvSpPr>
        <p:spPr>
          <a:xfrm>
            <a:off x="502920" y="6473952"/>
            <a:ext cx="11201400" cy="0"/>
          </a:xfrm>
          <a:prstGeom prst="line">
            <a:avLst/>
          </a:prstGeom>
          <a:noFill/>
          <a:ln w="9525">
            <a:solidFill>
              <a:srgbClr val="D8E6E8"/>
            </a:solidFill>
            <a:prstDash val="solid"/>
          </a:ln>
        </p:spPr>
      </p:sp>
      <p:sp>
        <p:nvSpPr>
          <p:cNvPr id="11" name="Text 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2" name="Text 1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35/48</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0" name="Text 8"/>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1" name="Shape 9"/>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2" name="Text 10"/>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13" name="Text 11"/>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36/48</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7" name="Shape 5"/>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8" name="Shape 6"/>
          <p:cNvSpPr/>
          <p:nvPr/>
        </p:nvSpPr>
        <p:spPr>
          <a:xfrm>
            <a:off x="1097280" y="2194560"/>
            <a:ext cx="402336" cy="402336"/>
          </a:xfrm>
          <a:prstGeom prst="ellipse">
            <a:avLst/>
          </a:prstGeom>
          <a:solidFill>
            <a:srgbClr val="008F8F"/>
          </a:solidFill>
          <a:ln w="12700">
            <a:solidFill>
              <a:srgbClr val="008F8F"/>
            </a:solidFill>
            <a:prstDash val="solid"/>
          </a:ln>
        </p:spPr>
      </p:sp>
      <p:sp>
        <p:nvSpPr>
          <p:cNvPr id="9" name="Text 7"/>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0" name="Text 8"/>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1" name="Text 9"/>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2" name="Shape 10"/>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3" name="Shape 11"/>
          <p:cNvSpPr/>
          <p:nvPr/>
        </p:nvSpPr>
        <p:spPr>
          <a:xfrm>
            <a:off x="3703320" y="2194560"/>
            <a:ext cx="402336" cy="402336"/>
          </a:xfrm>
          <a:prstGeom prst="ellipse">
            <a:avLst/>
          </a:prstGeom>
          <a:solidFill>
            <a:srgbClr val="2F80ED"/>
          </a:solidFill>
          <a:ln w="12700">
            <a:solidFill>
              <a:srgbClr val="2F80ED"/>
            </a:solidFill>
            <a:prstDash val="solid"/>
          </a:ln>
        </p:spPr>
      </p:sp>
      <p:sp>
        <p:nvSpPr>
          <p:cNvPr id="14" name="Text 12"/>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5" name="Text 13"/>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16" name="Text 14"/>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17" name="Shape 15"/>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18" name="Shape 16"/>
          <p:cNvSpPr/>
          <p:nvPr/>
        </p:nvSpPr>
        <p:spPr>
          <a:xfrm>
            <a:off x="6309360" y="2194560"/>
            <a:ext cx="402336" cy="402336"/>
          </a:xfrm>
          <a:prstGeom prst="ellipse">
            <a:avLst/>
          </a:prstGeom>
          <a:solidFill>
            <a:srgbClr val="F2B84B"/>
          </a:solidFill>
          <a:ln w="12700">
            <a:solidFill>
              <a:srgbClr val="F2B84B"/>
            </a:solidFill>
            <a:prstDash val="solid"/>
          </a:ln>
        </p:spPr>
      </p:sp>
      <p:sp>
        <p:nvSpPr>
          <p:cNvPr id="19" name="Text 17"/>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0" name="Text 18"/>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1" name="Text 19"/>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2" name="Shape 20"/>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3" name="Shape 21"/>
          <p:cNvSpPr/>
          <p:nvPr/>
        </p:nvSpPr>
        <p:spPr>
          <a:xfrm>
            <a:off x="8915400" y="2194560"/>
            <a:ext cx="402336" cy="402336"/>
          </a:xfrm>
          <a:prstGeom prst="ellipse">
            <a:avLst/>
          </a:prstGeom>
          <a:solidFill>
            <a:srgbClr val="2E7D5B"/>
          </a:solidFill>
          <a:ln w="12700">
            <a:solidFill>
              <a:srgbClr val="2E7D5B"/>
            </a:solidFill>
            <a:prstDash val="solid"/>
          </a:ln>
        </p:spPr>
      </p:sp>
      <p:sp>
        <p:nvSpPr>
          <p:cNvPr id="24" name="Text 22"/>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Text 23"/>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26" name="Text 24"/>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38/48</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8" name="Shape 6"/>
          <p:cNvSpPr/>
          <p:nvPr/>
        </p:nvSpPr>
        <p:spPr>
          <a:xfrm>
            <a:off x="7571232" y="1828800"/>
            <a:ext cx="3246120" cy="2788920"/>
          </a:xfrm>
          <a:prstGeom prst="roundRect">
            <a:avLst>
              <a:gd name="adj" fmla="val 1967"/>
            </a:avLst>
          </a:prstGeom>
          <a:solidFill>
            <a:srgbClr val="E9F8F0"/>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39/48</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7" name="Shape 5"/>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8" name="Text 6"/>
          <p:cNvSpPr/>
          <p:nvPr/>
        </p:nvSpPr>
        <p:spPr>
          <a:xfrm>
            <a:off x="1115568" y="1947672"/>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Private data</a:t>
            </a:r>
            <a:endParaRPr lang="en-US" sz="1050" dirty="0"/>
          </a:p>
        </p:txBody>
      </p:sp>
      <p:sp>
        <p:nvSpPr>
          <p:cNvPr id="9" name="Text 7"/>
          <p:cNvSpPr/>
          <p:nvPr/>
        </p:nvSpPr>
        <p:spPr>
          <a:xfrm>
            <a:off x="2788920" y="1911096"/>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Remove names, contact info, financial details, and sensitive context before using public tools.</a:t>
            </a:r>
            <a:endParaRPr lang="en-US" sz="1150" dirty="0"/>
          </a:p>
        </p:txBody>
      </p:sp>
      <p:sp>
        <p:nvSpPr>
          <p:cNvPr id="10" name="Shape 8"/>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1" name="Text 9"/>
          <p:cNvSpPr/>
          <p:nvPr/>
        </p:nvSpPr>
        <p:spPr>
          <a:xfrm>
            <a:off x="1115568" y="2788920"/>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Advertising</a:t>
            </a:r>
            <a:endParaRPr lang="en-US" sz="1050" dirty="0"/>
          </a:p>
        </p:txBody>
      </p:sp>
      <p:sp>
        <p:nvSpPr>
          <p:cNvPr id="12" name="Text 10"/>
          <p:cNvSpPr/>
          <p:nvPr/>
        </p:nvSpPr>
        <p:spPr>
          <a:xfrm>
            <a:off x="2788920" y="2752344"/>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Review claims, disclosures, brokerage rules, and platform requirements.</a:t>
            </a:r>
            <a:endParaRPr lang="en-US" sz="1150" dirty="0"/>
          </a:p>
        </p:txBody>
      </p:sp>
      <p:sp>
        <p:nvSpPr>
          <p:cNvPr id="13" name="Shape 11"/>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4" name="Text 12"/>
          <p:cNvSpPr/>
          <p:nvPr/>
        </p:nvSpPr>
        <p:spPr>
          <a:xfrm>
            <a:off x="1115568" y="3630168"/>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MLS</a:t>
            </a:r>
            <a:endParaRPr lang="en-US" sz="1050" dirty="0"/>
          </a:p>
        </p:txBody>
      </p:sp>
      <p:sp>
        <p:nvSpPr>
          <p:cNvPr id="15" name="Text 13"/>
          <p:cNvSpPr/>
          <p:nvPr/>
        </p:nvSpPr>
        <p:spPr>
          <a:xfrm>
            <a:off x="2788920" y="3593592"/>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Follow MLS rules for listing data, remarks, photos, and public display.</a:t>
            </a:r>
            <a:endParaRPr lang="en-US" sz="1150" dirty="0"/>
          </a:p>
        </p:txBody>
      </p:sp>
      <p:sp>
        <p:nvSpPr>
          <p:cNvPr id="16" name="Shape 14"/>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17" name="Text 15"/>
          <p:cNvSpPr/>
          <p:nvPr/>
        </p:nvSpPr>
        <p:spPr>
          <a:xfrm>
            <a:off x="1115568" y="4471416"/>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Consumer communication</a:t>
            </a:r>
            <a:endParaRPr lang="en-US" sz="1050" dirty="0"/>
          </a:p>
        </p:txBody>
      </p:sp>
      <p:sp>
        <p:nvSpPr>
          <p:cNvPr id="18" name="Text 16"/>
          <p:cNvSpPr/>
          <p:nvPr/>
        </p:nvSpPr>
        <p:spPr>
          <a:xfrm>
            <a:off x="2788920" y="4434840"/>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Keep records, respect opt-outs, and do not automate beyond policy.</a:t>
            </a:r>
            <a:endParaRPr lang="en-US" sz="11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40/48</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7" name="Shape 5"/>
          <p:cNvSpPr/>
          <p:nvPr/>
        </p:nvSpPr>
        <p:spPr>
          <a:xfrm>
            <a:off x="822960" y="1755648"/>
            <a:ext cx="5413248" cy="109728"/>
          </a:xfrm>
          <a:prstGeom prst="rect">
            <a:avLst/>
          </a:prstGeom>
          <a:solidFill>
            <a:srgbClr val="F2B84B"/>
          </a:solidFill>
          <a:ln w="12700">
            <a:solidFill>
              <a:srgbClr val="F2B84B"/>
            </a:solidFill>
            <a:prstDash val="solid"/>
          </a:ln>
        </p:spPr>
      </p:sp>
      <p:sp>
        <p:nvSpPr>
          <p:cNvPr id="8" name="Shape 6"/>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9" name="Text 7"/>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0" name="Text 8"/>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1" name="Shape 9"/>
          <p:cNvSpPr/>
          <p:nvPr/>
        </p:nvSpPr>
        <p:spPr>
          <a:xfrm>
            <a:off x="6446520" y="1810512"/>
            <a:ext cx="4343400" cy="2697480"/>
          </a:xfrm>
          <a:prstGeom prst="roundRect">
            <a:avLst>
              <a:gd name="adj" fmla="val 2034"/>
            </a:avLst>
          </a:prstGeom>
          <a:solidFill>
            <a:srgbClr val="E9F8F0"/>
          </a:solidFill>
          <a:ln w="10160">
            <a:solidFill>
              <a:srgbClr val="BBDCC9"/>
            </a:solidFill>
            <a:prstDash val="solid"/>
          </a:ln>
        </p:spPr>
      </p:sp>
      <p:sp>
        <p:nvSpPr>
          <p:cNvPr id="12" name="Text 10"/>
          <p:cNvSpPr/>
          <p:nvPr/>
        </p:nvSpPr>
        <p:spPr>
          <a:xfrm>
            <a:off x="6720840" y="2148840"/>
            <a:ext cx="365760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13" name="Text 11"/>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41/48</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7" name="Shape 5"/>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8" name="Shape 6"/>
          <p:cNvSpPr/>
          <p:nvPr/>
        </p:nvSpPr>
        <p:spPr>
          <a:xfrm>
            <a:off x="1078992" y="1810512"/>
            <a:ext cx="402336" cy="402336"/>
          </a:xfrm>
          <a:prstGeom prst="ellipse">
            <a:avLst/>
          </a:prstGeom>
          <a:solidFill>
            <a:srgbClr val="008F8F"/>
          </a:solidFill>
          <a:ln w="12700">
            <a:solidFill>
              <a:srgbClr val="008F8F"/>
            </a:solidFill>
            <a:prstDash val="solid"/>
          </a:ln>
        </p:spPr>
      </p:sp>
      <p:sp>
        <p:nvSpPr>
          <p:cNvPr id="9" name="Text 7"/>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0" name="Text 8"/>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1" name="Shape 9"/>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2" name="Shape 10"/>
          <p:cNvSpPr/>
          <p:nvPr/>
        </p:nvSpPr>
        <p:spPr>
          <a:xfrm>
            <a:off x="1078992" y="2432304"/>
            <a:ext cx="402336" cy="402336"/>
          </a:xfrm>
          <a:prstGeom prst="ellipse">
            <a:avLst/>
          </a:prstGeom>
          <a:solidFill>
            <a:srgbClr val="2F80ED"/>
          </a:solidFill>
          <a:ln w="12700">
            <a:solidFill>
              <a:srgbClr val="2F80ED"/>
            </a:solidFill>
            <a:prstDash val="solid"/>
          </a:ln>
        </p:spPr>
      </p:sp>
      <p:sp>
        <p:nvSpPr>
          <p:cNvPr id="13" name="Text 11"/>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4" name="Text 12"/>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5" name="Shape 13"/>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16" name="Shape 14"/>
          <p:cNvSpPr/>
          <p:nvPr/>
        </p:nvSpPr>
        <p:spPr>
          <a:xfrm>
            <a:off x="1078992" y="3054096"/>
            <a:ext cx="402336" cy="402336"/>
          </a:xfrm>
          <a:prstGeom prst="ellipse">
            <a:avLst/>
          </a:prstGeom>
          <a:solidFill>
            <a:srgbClr val="F45B69"/>
          </a:solidFill>
          <a:ln w="12700">
            <a:solidFill>
              <a:srgbClr val="F45B69"/>
            </a:solidFill>
            <a:prstDash val="solid"/>
          </a:ln>
        </p:spPr>
      </p:sp>
      <p:sp>
        <p:nvSpPr>
          <p:cNvPr id="17" name="Text 15"/>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8" name="Text 16"/>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19" name="Shape 17"/>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0" name="Shape 18"/>
          <p:cNvSpPr/>
          <p:nvPr/>
        </p:nvSpPr>
        <p:spPr>
          <a:xfrm>
            <a:off x="1078992" y="3675888"/>
            <a:ext cx="402336" cy="402336"/>
          </a:xfrm>
          <a:prstGeom prst="ellipse">
            <a:avLst/>
          </a:prstGeom>
          <a:solidFill>
            <a:srgbClr val="2E7D5B"/>
          </a:solidFill>
          <a:ln w="12700">
            <a:solidFill>
              <a:srgbClr val="2E7D5B"/>
            </a:solidFill>
            <a:prstDash val="solid"/>
          </a:ln>
        </p:spPr>
      </p:sp>
      <p:sp>
        <p:nvSpPr>
          <p:cNvPr id="21" name="Text 19"/>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2" name="Text 20"/>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3" name="Shape 21"/>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4" name="Shape 22"/>
          <p:cNvSpPr/>
          <p:nvPr/>
        </p:nvSpPr>
        <p:spPr>
          <a:xfrm>
            <a:off x="1078992" y="4297680"/>
            <a:ext cx="402336" cy="402336"/>
          </a:xfrm>
          <a:prstGeom prst="ellipse">
            <a:avLst/>
          </a:prstGeom>
          <a:solidFill>
            <a:srgbClr val="F2B84B"/>
          </a:solidFill>
          <a:ln w="12700">
            <a:solidFill>
              <a:srgbClr val="F2B84B"/>
            </a:solidFill>
            <a:prstDash val="solid"/>
          </a:ln>
        </p:spPr>
      </p:sp>
      <p:sp>
        <p:nvSpPr>
          <p:cNvPr id="25" name="Text 23"/>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6" name="Text 24"/>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43/48</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7" name="Text 5"/>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8" name="Shape 6"/>
          <p:cNvSpPr/>
          <p:nvPr/>
        </p:nvSpPr>
        <p:spPr>
          <a:xfrm>
            <a:off x="502920" y="6473952"/>
            <a:ext cx="11201400" cy="0"/>
          </a:xfrm>
          <a:prstGeom prst="line">
            <a:avLst/>
          </a:prstGeom>
          <a:noFill/>
          <a:ln w="9525">
            <a:solidFill>
              <a:srgbClr val="D8E6E8"/>
            </a:solidFill>
            <a:prstDash val="solid"/>
          </a:ln>
        </p:spPr>
      </p:sp>
      <p:sp>
        <p:nvSpPr>
          <p:cNvPr id="9" name="Text 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0" name="Text 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44/48</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7" name="Shape 5"/>
          <p:cNvSpPr/>
          <p:nvPr/>
        </p:nvSpPr>
        <p:spPr>
          <a:xfrm>
            <a:off x="731520" y="2331720"/>
            <a:ext cx="402336" cy="402336"/>
          </a:xfrm>
          <a:prstGeom prst="ellipse">
            <a:avLst/>
          </a:prstGeom>
          <a:solidFill>
            <a:srgbClr val="008F8F"/>
          </a:solidFill>
          <a:ln w="12700">
            <a:solidFill>
              <a:srgbClr val="008F8F"/>
            </a:solidFill>
            <a:prstDash val="solid"/>
          </a:ln>
        </p:spPr>
      </p:sp>
      <p:sp>
        <p:nvSpPr>
          <p:cNvPr id="8" name="Text 6"/>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Shape 7"/>
          <p:cNvSpPr/>
          <p:nvPr/>
        </p:nvSpPr>
        <p:spPr>
          <a:xfrm>
            <a:off x="1143000" y="2532888"/>
            <a:ext cx="1115568" cy="0"/>
          </a:xfrm>
          <a:prstGeom prst="line">
            <a:avLst/>
          </a:prstGeom>
          <a:noFill/>
          <a:ln w="17780">
            <a:solidFill>
              <a:srgbClr val="D8E6E8"/>
            </a:solidFill>
            <a:prstDash val="solid"/>
            <a:tailEnd type="triangle"/>
          </a:ln>
        </p:spPr>
      </p:sp>
      <p:sp>
        <p:nvSpPr>
          <p:cNvPr id="10" name="Text 8"/>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1" name="Shape 9"/>
          <p:cNvSpPr/>
          <p:nvPr/>
        </p:nvSpPr>
        <p:spPr>
          <a:xfrm>
            <a:off x="2788920" y="2496312"/>
            <a:ext cx="402336" cy="402336"/>
          </a:xfrm>
          <a:prstGeom prst="ellipse">
            <a:avLst/>
          </a:prstGeom>
          <a:solidFill>
            <a:srgbClr val="2F80ED"/>
          </a:solidFill>
          <a:ln w="12700">
            <a:solidFill>
              <a:srgbClr val="2F80ED"/>
            </a:solidFill>
            <a:prstDash val="solid"/>
          </a:ln>
        </p:spPr>
      </p:sp>
      <p:sp>
        <p:nvSpPr>
          <p:cNvPr id="12" name="Text 10"/>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3" name="Shape 11"/>
          <p:cNvSpPr/>
          <p:nvPr/>
        </p:nvSpPr>
        <p:spPr>
          <a:xfrm>
            <a:off x="3200400" y="2532888"/>
            <a:ext cx="1115568" cy="0"/>
          </a:xfrm>
          <a:prstGeom prst="line">
            <a:avLst/>
          </a:prstGeom>
          <a:noFill/>
          <a:ln w="17780">
            <a:solidFill>
              <a:srgbClr val="D8E6E8"/>
            </a:solidFill>
            <a:prstDash val="solid"/>
            <a:tailEnd type="triangle"/>
          </a:ln>
        </p:spPr>
      </p:sp>
      <p:sp>
        <p:nvSpPr>
          <p:cNvPr id="14" name="Text 12"/>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5" name="Shape 13"/>
          <p:cNvSpPr/>
          <p:nvPr/>
        </p:nvSpPr>
        <p:spPr>
          <a:xfrm>
            <a:off x="4846320" y="2331720"/>
            <a:ext cx="402336" cy="402336"/>
          </a:xfrm>
          <a:prstGeom prst="ellipse">
            <a:avLst/>
          </a:prstGeom>
          <a:solidFill>
            <a:srgbClr val="F45B69"/>
          </a:solidFill>
          <a:ln w="12700">
            <a:solidFill>
              <a:srgbClr val="F45B69"/>
            </a:solidFill>
            <a:prstDash val="solid"/>
          </a:ln>
        </p:spPr>
      </p:sp>
      <p:sp>
        <p:nvSpPr>
          <p:cNvPr id="16" name="Text 14"/>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7" name="Shape 15"/>
          <p:cNvSpPr/>
          <p:nvPr/>
        </p:nvSpPr>
        <p:spPr>
          <a:xfrm>
            <a:off x="5257800" y="2532888"/>
            <a:ext cx="1115568" cy="0"/>
          </a:xfrm>
          <a:prstGeom prst="line">
            <a:avLst/>
          </a:prstGeom>
          <a:noFill/>
          <a:ln w="17780">
            <a:solidFill>
              <a:srgbClr val="D8E6E8"/>
            </a:solidFill>
            <a:prstDash val="solid"/>
            <a:tailEnd type="triangle"/>
          </a:ln>
        </p:spPr>
      </p:sp>
      <p:sp>
        <p:nvSpPr>
          <p:cNvPr id="18" name="Text 16"/>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19" name="Shape 17"/>
          <p:cNvSpPr/>
          <p:nvPr/>
        </p:nvSpPr>
        <p:spPr>
          <a:xfrm>
            <a:off x="6903720" y="2496312"/>
            <a:ext cx="402336" cy="402336"/>
          </a:xfrm>
          <a:prstGeom prst="ellipse">
            <a:avLst/>
          </a:prstGeom>
          <a:solidFill>
            <a:srgbClr val="2E7D5B"/>
          </a:solidFill>
          <a:ln w="12700">
            <a:solidFill>
              <a:srgbClr val="2E7D5B"/>
            </a:solidFill>
            <a:prstDash val="solid"/>
          </a:ln>
        </p:spPr>
      </p:sp>
      <p:sp>
        <p:nvSpPr>
          <p:cNvPr id="20" name="Text 18"/>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1" name="Shape 19"/>
          <p:cNvSpPr/>
          <p:nvPr/>
        </p:nvSpPr>
        <p:spPr>
          <a:xfrm>
            <a:off x="7315200" y="2532888"/>
            <a:ext cx="1115568" cy="0"/>
          </a:xfrm>
          <a:prstGeom prst="line">
            <a:avLst/>
          </a:prstGeom>
          <a:noFill/>
          <a:ln w="17780">
            <a:solidFill>
              <a:srgbClr val="D8E6E8"/>
            </a:solidFill>
            <a:prstDash val="solid"/>
            <a:tailEnd type="triangle"/>
          </a:ln>
        </p:spPr>
      </p:sp>
      <p:sp>
        <p:nvSpPr>
          <p:cNvPr id="22" name="Text 20"/>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3" name="Shape 21"/>
          <p:cNvSpPr/>
          <p:nvPr/>
        </p:nvSpPr>
        <p:spPr>
          <a:xfrm>
            <a:off x="8961120" y="2331720"/>
            <a:ext cx="402336" cy="402336"/>
          </a:xfrm>
          <a:prstGeom prst="ellipse">
            <a:avLst/>
          </a:prstGeom>
          <a:solidFill>
            <a:srgbClr val="F2B84B"/>
          </a:solidFill>
          <a:ln w="12700">
            <a:solidFill>
              <a:srgbClr val="F2B84B"/>
            </a:solidFill>
            <a:prstDash val="solid"/>
          </a:ln>
        </p:spPr>
      </p:sp>
      <p:sp>
        <p:nvSpPr>
          <p:cNvPr id="24" name="Text 22"/>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5" name="Text 23"/>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26" name="Shape 24"/>
          <p:cNvSpPr/>
          <p:nvPr/>
        </p:nvSpPr>
        <p:spPr>
          <a:xfrm>
            <a:off x="502920" y="6473952"/>
            <a:ext cx="11201400" cy="0"/>
          </a:xfrm>
          <a:prstGeom prst="line">
            <a:avLst/>
          </a:prstGeom>
          <a:noFill/>
          <a:ln w="9525">
            <a:solidFill>
              <a:srgbClr val="D8E6E8"/>
            </a:solidFill>
            <a:prstDash val="solid"/>
          </a:ln>
        </p:spPr>
      </p:sp>
      <p:sp>
        <p:nvSpPr>
          <p:cNvPr id="27" name="Text 25"/>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8" name="Text 26"/>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45/48</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8" name="Shape 6"/>
          <p:cNvSpPr/>
          <p:nvPr/>
        </p:nvSpPr>
        <p:spPr>
          <a:xfrm>
            <a:off x="7571232" y="1828800"/>
            <a:ext cx="3246120" cy="2788920"/>
          </a:xfrm>
          <a:prstGeom prst="roundRect">
            <a:avLst>
              <a:gd name="adj" fmla="val 1967"/>
            </a:avLst>
          </a:prstGeom>
          <a:solidFill>
            <a:srgbClr val="FFF4D9"/>
          </a:solidFill>
          <a:ln w="10160">
            <a:solidFill>
              <a:srgbClr val="BFDADC"/>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Practical course rule</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AI where it reduces friction, then review before clients see it.</a:t>
            </a:r>
            <a:endParaRPr lang="en-US" sz="1220" dirty="0"/>
          </a:p>
        </p:txBody>
      </p:sp>
      <p:sp>
        <p:nvSpPr>
          <p:cNvPr id="11" name="Shape 9"/>
          <p:cNvSpPr/>
          <p:nvPr/>
        </p:nvSpPr>
        <p:spPr>
          <a:xfrm>
            <a:off x="7882128" y="4160520"/>
            <a:ext cx="1097280" cy="0"/>
          </a:xfrm>
          <a:prstGeom prst="line">
            <a:avLst/>
          </a:prstGeom>
          <a:noFill/>
          <a:ln w="38100">
            <a:solidFill>
              <a:srgbClr val="008F8F"/>
            </a:solidFill>
            <a:prstDash val="solid"/>
          </a:ln>
        </p:spPr>
      </p:sp>
      <p:sp>
        <p:nvSpPr>
          <p:cNvPr id="12" name="Shape 10"/>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46/48</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7" name="Text 5"/>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8" name="Shape 6"/>
          <p:cNvSpPr/>
          <p:nvPr/>
        </p:nvSpPr>
        <p:spPr>
          <a:xfrm>
            <a:off x="7571232" y="1828800"/>
            <a:ext cx="3246120" cy="2788920"/>
          </a:xfrm>
          <a:prstGeom prst="roundRect">
            <a:avLst>
              <a:gd name="adj" fmla="val 1967"/>
            </a:avLst>
          </a:prstGeom>
          <a:solidFill>
            <a:srgbClr val="FFF0EF"/>
          </a:solidFill>
          <a:ln w="10160">
            <a:solidFill>
              <a:srgbClr val="F5C8C5"/>
            </a:solidFill>
            <a:prstDash val="solid"/>
          </a:ln>
        </p:spPr>
      </p:sp>
      <p:sp>
        <p:nvSpPr>
          <p:cNvPr id="9" name="Text 7"/>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0" name="Text 8"/>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1" name="Shape 9"/>
          <p:cNvSpPr/>
          <p:nvPr/>
        </p:nvSpPr>
        <p:spPr>
          <a:xfrm>
            <a:off x="7882128" y="4160520"/>
            <a:ext cx="1097280" cy="0"/>
          </a:xfrm>
          <a:prstGeom prst="line">
            <a:avLst/>
          </a:prstGeom>
          <a:noFill/>
          <a:ln w="38100">
            <a:solidFill>
              <a:srgbClr val="F45B69"/>
            </a:solidFill>
            <a:prstDash val="solid"/>
          </a:ln>
        </p:spPr>
      </p:sp>
      <p:sp>
        <p:nvSpPr>
          <p:cNvPr id="12" name="Shape 10"/>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3" name="Text 11"/>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47/48</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658368" y="438912"/>
            <a:ext cx="109728" cy="256032"/>
          </a:xfrm>
          <a:prstGeom prst="rect">
            <a:avLst/>
          </a:prstGeom>
          <a:solidFill>
            <a:srgbClr val="008F8F"/>
          </a:solidFill>
          <a:ln w="12700">
            <a:solidFill>
              <a:srgbClr val="008F8F"/>
            </a:solidFill>
            <a:prstDash val="solid"/>
          </a:ln>
        </p:spPr>
      </p:sp>
      <p:sp>
        <p:nvSpPr>
          <p:cNvPr id="5" name="Text 3"/>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6" name="Text 4"/>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7" name="Text 5"/>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8" name="Shape 6"/>
          <p:cNvSpPr/>
          <p:nvPr/>
        </p:nvSpPr>
        <p:spPr>
          <a:xfrm>
            <a:off x="694944" y="3273552"/>
            <a:ext cx="1828800" cy="0"/>
          </a:xfrm>
          <a:prstGeom prst="line">
            <a:avLst/>
          </a:prstGeom>
          <a:noFill/>
          <a:ln w="50800">
            <a:solidFill>
              <a:srgbClr val="F45B69"/>
            </a:solidFill>
            <a:prstDash val="solid"/>
          </a:ln>
        </p:spPr>
      </p:sp>
      <p:sp>
        <p:nvSpPr>
          <p:cNvPr id="9" name="Text 7"/>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0" name="Shape 8"/>
          <p:cNvSpPr/>
          <p:nvPr/>
        </p:nvSpPr>
        <p:spPr>
          <a:xfrm>
            <a:off x="502920" y="6473952"/>
            <a:ext cx="11201400" cy="0"/>
          </a:xfrm>
          <a:prstGeom prst="line">
            <a:avLst/>
          </a:prstGeom>
          <a:noFill/>
          <a:ln w="9525">
            <a:solidFill>
              <a:srgbClr val="D8E6E8"/>
            </a:solidFill>
            <a:prstDash val="solid"/>
          </a:ln>
        </p:spPr>
      </p:sp>
      <p:sp>
        <p:nvSpPr>
          <p:cNvPr id="11" name="Text 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2" name="Text 1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2026-05-28T16:50:11Z</dcterms:created>
  <dcterms:modified xsi:type="dcterms:W3CDTF">2026-05-28T16:50:11Z</dcterms:modified>
</cp:coreProperties>
</file>