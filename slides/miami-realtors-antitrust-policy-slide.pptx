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this Antitrust Policy slide before any substantive course content, as required by MIAMI REALTORS.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course-theme version of the MIAMI Antitrust Policy slide. Display before any substantive course content if using this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R4_1950X\Documents\New project\assets\brand\MIAMI-REALTORS-Antitrust-Policy-Slide-20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5806440"/>
            <a:ext cx="1554480" cy="1554480"/>
          </a:xfrm>
          <a:prstGeom prst="arc">
            <a:avLst/>
          </a:prstGeom>
          <a:noFill/>
          <a:ln w="19050">
            <a:solidFill>
              <a:srgbClr val="FFF4D9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38912"/>
            <a:ext cx="128016" cy="274320"/>
          </a:xfrm>
          <a:prstGeom prst="rect">
            <a:avLst/>
          </a:prstGeom>
          <a:solidFill>
            <a:srgbClr val="008F8F"/>
          </a:solidFill>
          <a:ln w="12700">
            <a:solidFill>
              <a:srgbClr val="008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448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8F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POLICY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9326880" y="512064"/>
            <a:ext cx="237744" cy="54864"/>
          </a:xfrm>
          <a:prstGeom prst="rect">
            <a:avLst/>
          </a:prstGeom>
          <a:solidFill>
            <a:srgbClr val="008F8F"/>
          </a:solidFill>
          <a:ln w="12700">
            <a:solidFill>
              <a:srgbClr val="008F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4352" y="512064"/>
            <a:ext cx="237744" cy="5486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21824" y="512064"/>
            <a:ext cx="237744" cy="54864"/>
          </a:xfrm>
          <a:prstGeom prst="rect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69296" y="512064"/>
            <a:ext cx="237744" cy="54864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9326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Antitrust Policy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76656" y="14264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before any substantive course content.</a:t>
            </a:r>
            <a:endParaRPr lang="en-US" sz="1050" dirty="0"/>
          </a:p>
        </p:txBody>
      </p:sp>
      <p:pic>
        <p:nvPicPr>
          <p:cNvPr id="11" name="Image 0" descr="C:\Users\TR4_1950X\Documents\New project\assets\brand\miami-realtors-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896112"/>
            <a:ext cx="2487168" cy="7863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8368" y="1938528"/>
            <a:ext cx="5285232" cy="3054096"/>
          </a:xfrm>
          <a:prstGeom prst="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5352" y="1938528"/>
            <a:ext cx="5285232" cy="3054096"/>
          </a:xfrm>
          <a:prstGeom prst="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938528"/>
            <a:ext cx="82296" cy="3054096"/>
          </a:xfrm>
          <a:prstGeom prst="rect">
            <a:avLst/>
          </a:prstGeom>
          <a:solidFill>
            <a:srgbClr val="008F8F"/>
          </a:solidFill>
          <a:ln w="12700">
            <a:solidFill>
              <a:srgbClr val="008F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45352" y="1938528"/>
            <a:ext cx="82296" cy="30540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32688" y="2596896"/>
            <a:ext cx="45994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MIAMI Association of REALTORS® adheres to a strict policy of compliance with both federal and state antitrust laws. As such, any discussions or activities with potential anti-trust implications, including but not limited to commission price fixing, market allocation, customer allocation, bid rigging, or boycotts, are strictly prohibited. MIAMI REALTORS® strongly endorses a competitive marketplace, ensuring that competitors have the freedom to engage in business without artificial restrictions on competition.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19672" y="2212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Política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19672" y="2596896"/>
            <a:ext cx="45994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Asociación de REALTORS® de MIAMI se adhiere a una estricta política de cumplimiento con las leyes antimonopolio federales y estatales. Como tal, cualquier discusión o actividad con posibles implicaciones antimonopolio, incluyendo pero no limitándose a la fijación de precios de comisiones, la asignación de mercados, la asignación de clientes, la manipulación de ofertas o los boicots, están estrictamente prohibidas. MIAMI REALTORS® apoya firmemente un mercado competitivo asegurándose que competidores tengan la libertad de participar en negocios sin restricciones artificiales a la competencia.</a:t>
            </a:r>
            <a:endParaRPr lang="en-US" sz="1110" dirty="0"/>
          </a:p>
        </p:txBody>
      </p:sp>
      <p:sp>
        <p:nvSpPr>
          <p:cNvPr id="20" name="Shape 17"/>
          <p:cNvSpPr/>
          <p:nvPr/>
        </p:nvSpPr>
        <p:spPr>
          <a:xfrm>
            <a:off x="658368" y="5285232"/>
            <a:ext cx="10863072" cy="841248"/>
          </a:xfrm>
          <a:prstGeom prst="rect">
            <a:avLst>
              <a:gd name="adj" fmla="val 8696"/>
            </a:avLst>
          </a:prstGeom>
          <a:solidFill>
            <a:srgbClr val="EAF7F7"/>
          </a:solidFill>
          <a:ln w="12700">
            <a:solidFill>
              <a:srgbClr val="D8E6E8"/>
            </a:solidFill>
            <a:prstDash val="solid"/>
          </a:ln>
        </p:spPr>
      </p:sp>
      <p:pic>
        <p:nvPicPr>
          <p:cNvPr id="21" name="Image 1" descr="C:\Users\TR4_1950X\Documents\New project\assets\brand\miami-realtors-antitrust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5422392"/>
            <a:ext cx="585216" cy="5852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64208" y="54681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Scan Here to KNOW THE FACTS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664208" y="574243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MiamiRealtors/Facts</a:t>
            </a:r>
            <a:endParaRPr lang="en-US" sz="980" dirty="0"/>
          </a:p>
        </p:txBody>
      </p:sp>
      <p:sp>
        <p:nvSpPr>
          <p:cNvPr id="24" name="Text 20"/>
          <p:cNvSpPr/>
          <p:nvPr/>
        </p:nvSpPr>
        <p:spPr>
          <a:xfrm>
            <a:off x="4617720" y="54864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discussion of commissions, market allocation, customer allocation, bid rigging, boycotts, or any activity that may restrict competition.</a:t>
            </a:r>
            <a:endParaRPr lang="en-US" sz="1020" dirty="0"/>
          </a:p>
        </p:txBody>
      </p:sp>
      <p:sp>
        <p:nvSpPr>
          <p:cNvPr id="25" name="Shape 2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8E6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6601968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REALTOR® education course | MIAMI REALTORS® + RWorld members</a:t>
            </a:r>
            <a:endParaRPr lang="en-US" sz="680" dirty="0"/>
          </a:p>
        </p:txBody>
      </p:sp>
      <p:sp>
        <p:nvSpPr>
          <p:cNvPr id="27" name="Text 23"/>
          <p:cNvSpPr/>
          <p:nvPr/>
        </p:nvSpPr>
        <p:spPr>
          <a:xfrm>
            <a:off x="11393424" y="66019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MIAMI REALTORS + RWorld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 REALTORS Antitrust Policy</dc:title>
  <dc:subject>MIAMI REALTORS Antitrust Policy slide</dc:subject>
  <dc:creator>Ian Burton Price</dc:creator>
  <cp:lastModifiedBy>Ian Burton Price</cp:lastModifiedBy>
  <cp:revision>1</cp:revision>
  <dcterms:created xsi:type="dcterms:W3CDTF">2026-06-11T23:41:54Z</dcterms:created>
  <dcterms:modified xsi:type="dcterms:W3CDTF">2026-06-11T23:41:54Z</dcterms:modified>
</cp:coreProperties>
</file>