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Welcome the room, set the practical tone, and frame the class as useful even for agents who do not consider themselves technical.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Tell attendees they do not need to master every AI tool. The win is leaving with repeatable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Preview the path so attendees know the class will stay concrete and paced.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Set this expectation early so the rest of the class can be practical without sounding reckless.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Open with permission to be practical. Joke lightly that AI has confidence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Open with permission to be practical. Joke lightly that AI has confidence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Reinforce that the agent's license and judgment stay in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Reinforce that the agent's license and judgment stay in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Keep the live demo short. The win is showing before/after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Keep the live demo short. The win is showing before/after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Mention that tools like GoHouse.ai can support lead context,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Mention that tools like GoHouse.ai can support lead context,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Warn against invented features. Facts first, polish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Warn against invented features. Facts first, polish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Make this interactive. Let the room choose the objection.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Make this interactive. Let the room choose the objection.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This is the behavioral close. Keep it simple and repeatable.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This is the behavioral close. Keep it simple and repeatable.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End with confidence, not fear. Safety makes AI more usable.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End with confidence, not fear. Safety makes AI more usable.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Use this slide to transition from learning into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Have attendees write down one action before leaving. This is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-548640"/>
            <a:ext cx="4297680" cy="4297680"/>
          </a:xfrm>
          <a:prstGeom prst="arc">
            <a:avLst/>
          </a:prstGeom>
          <a:solidFill>
            <a:srgbClr val="EAF7F7">
              <a:alpha val="0"/>
            </a:srgbClr>
          </a:solidFill>
          <a:ln w="25400">
            <a:solidFill>
              <a:srgbClr val="A6D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</a:rPr>
              <a:t>Miami Realtors AI Course Series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1481328"/>
            <a:ext cx="97840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for Real Estate Sales: From Confusion to Daily Use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68096" y="309067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02033"/>
                </a:solidFill>
              </a:rPr>
              <a:t>Turn AI from a confusing novelty into a practical daily sales assistant.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" y="5394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Instructor: Ian Burton Price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8096" y="56875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</a:rPr>
              <a:t>Neutral education materials; synthetic examples only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Promise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AI from a confusing novelty into a practical daily sales assistant.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examples, not theory.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prompts and workflows.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judgment stays in the driver's seat.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 at a Glance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a 2-hour class; core modules total about 150 minutes plus exercises and discussion.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86868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and AI Reality Check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AI Can and Cannot Do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Client Communication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Lead Follow-Up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Listings, Sellers, and Marketing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Appointment Prep</a:t>
            </a:r>
            <a:endParaRPr lang="en-US" sz="158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Learn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Demo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Practice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Apply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Professional Guardrails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helps draft and organize. You still verify, edit, and decide.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client privacy.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facts before sending.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Fair Housing risk.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outsource licensed judgment.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Private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Verified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Compliant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Human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10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Welcome and AI Reality Check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AI is useful when agents give it a job, context, and review.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is useful when agents give it a job, context, and review.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and AI Reality Check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magic: drafting, organizing, rewriting, role-play.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replacement: broker judgment, legal advice, local expertise.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first move: give AI one annoying repeatable task.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and AI Reality Check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magic: drafting, organizing, rewriting, role-play.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replacement: broker judgment, legal advice, local expertise.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first move: give AI one annoying repeatable task.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a rough buyer-call note becoming a polished follow-up.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attendees to name one task they avoid every week.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20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What AI Can and Cannot Do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AI accelerates thinking; it does not verify reality.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accelerates thinking; it does not verify reality.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AI Can and Cannot Do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at language, structure, options, summaries, and role-play.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Risky with facts, legal claims, market stats, and property details.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is part of the workflow, not an optional step.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AI Can and Cannot Do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at language, structure, options, summaries, and role-play.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Risky with facts, legal claims, market stats, and property details.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is part of the workflow, not an optional step.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 generic AI listing description with a revised version.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Circle risky claims in an AI-generated property description.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25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AI for Client Communication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Better context creates messages that sound more like the agent.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Better context creates messages that sound more like the agent.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Client Communication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Audience: buyer, seller, lead, past client.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Context: situation, property, timeline, concern.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Tone: warm, concise, professional, direct.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Client Communication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Audience: buyer, seller, lead, past client.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Context: situation, property, timeline, concern.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Tone: warm, concise, professional, direct.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reply, clarity, appointment, next step.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a seller update after a quiet week of showings.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Rewrite a robotic text into a natural agent voice.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20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AI for Lead Follow-Up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Lead follow-up improves when it is fast, specific, and useful.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 follow-up improves when it is fast, specific, and useful.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Lead Follow-Up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what the lead actually did or asked.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one easy question.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value before asking for a meeting.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Lead Follow-Up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what the lead actually did or asked.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one easy question.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value before asking for a meeting.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reusable prompts for common lead types.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response to a synthetic property inquiry lead.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 follow-up for a buyer who went silent.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20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AI for Listings, Sellers, and Marketing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AI turns raw property details into usable marketing drafts.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turns raw property details into usable marketing drafts.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Listings, Sellers, and Marketing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Listing descriptions from verified bullet points.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house invitations and email announcements.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Seller-facing activity summaries.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22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Listings, Sellers, and Marketing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Listing descriptions from verified bullet points.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house invitations and email announcements.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Seller-facing activity summaries.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captions with different tones.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23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five property facts into a listing description and three captions.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seller-facing summary from showing feedback.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24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20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AI for Appointment Prep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AI can help agents practice before the real conversation.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can help agents practice before the real conversation.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Appointment Prep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consultation agendas.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Listing appointment talking points.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Objection role-play.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26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Appointment Prep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consultation agendas.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Listing appointment talking points.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Objection role-play.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Plain-English market explanations.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27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Role-play a seller who wants to overprice.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checklist for a first-time buyer consultation.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28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20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Daily AI Workflow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AI sticks when it is attached to the day, not treated as homework.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sticks when it is attached to the day, not treated as homework.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AI Workflow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Morning: prioritize and prep.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Midday: draft follow-up.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Afternoon: content or client updates.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30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AI Workflow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Morning: prioritize and prep.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Midday: draft follow-up.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Afternoon: content or client updates.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of day: summarize notes and next steps.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31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sample day plan from a fictional agent task list.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attendee chooses a daily AI habit.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32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15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Safe and Professional AI Use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The safest AI workflow is private, verified, compliant, and human.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safest AI workflow is private, verified, compliant, and human.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and Professional AI Use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paste sensitive client data into public tools.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facts, stats, and property details.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Fair Housing risk in marketing language.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34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and Professional AI Use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paste sensitive client data into public tools.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facts, stats, and property details.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Fair Housing risk in marketing language.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agent voice and final review.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35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 risky generated neighborhood blurb.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personal AI safety checklist.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36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Take Back to Your Business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one workflow and make it repeatable.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sensitive client information before prompting.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verified facts and avoid asking AI to invent details.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AI audience, context, tone, format, and goal.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sending anything to a client.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prompts that work.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37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7-Day Action Plan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Small, specific, and actually doable.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one repetitive communication task.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one reusable prompt for it.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it three times this week.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the best output as a template.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to one repeatable workflow before adding another tool.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 / 38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Miami Realtors AI Course Series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Real Estate Sales: From Confusion to Daily Use</dc:title>
  <dc:subject>AI for Real Estate Sales: From Confusion to Daily Use</dc:subject>
  <dc:creator>Ian Burton Price</dc:creator>
  <cp:lastModifiedBy>Ian Burton Price</cp:lastModifiedBy>
  <cp:revision>1</cp:revision>
  <dcterms:created xsi:type="dcterms:W3CDTF">2026-04-27T22:07:31Z</dcterms:created>
  <dcterms:modified xsi:type="dcterms:W3CDTF">2026-04-27T22:07:31Z</dcterms:modified>
</cp:coreProperties>
</file>