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Welcome the room, set the practical tone, and frame the class as useful even for agents who do not consider themselves 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Tell attendees they do not need to master every AI tool. The win is leaving with repeatable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Preview the path so attendees know the class will stay concrete and paced.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Set this expectation early so the rest of the class can be practical without sounding reckless.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Use the 'no one thanks you for checking in'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Use the 'no one thanks you for checking in'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Keep scripts concise. Long first messages often reduce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Keep scripts concise. Long first messages often reduce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This bridges manual agent work and future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This bridges manual agent work and future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Emphasize channel mix: text, email, call, optional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Emphasize channel mix: text, email, call, optional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Keep neighborhood claims compliant and factual.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Keep neighborhood claims compliant and factual.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Avoid pretending AI has appraised the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Avoid pretending AI has appraised the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This is usually a favorite exercise because everyone has old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This is usually a favorite exercise because everyone has old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Tie lightly to systems that capture online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Tie lightly to systems that capture online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Use this slide to transition from learning into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Have attendees write down one action before leaving. This is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-548640"/>
            <a:ext cx="4297680" cy="4297680"/>
          </a:xfrm>
          <a:prstGeom prst="arc">
            <a:avLst/>
          </a:prstGeom>
          <a:solidFill>
            <a:srgbClr val="EAF7F7">
              <a:alpha val="0"/>
            </a:srgbClr>
          </a:solidFill>
          <a:ln w="25400">
            <a:solidFill>
              <a:srgbClr val="A6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Miami Realtors AI Course Series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97840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Online Lead Response and Nurture Campaigns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68096" y="309067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Build follow-up systems that stay useful long after the first response.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5394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Instructor: Ian Burton Price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56875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Neutral education materials; synthetic examples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Promise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follow-up systems that stay useful long after the first response.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examples, not theory.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prompts and workflows.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judgment stays in the driver's seat.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 at a Glance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a 2-hour class; core modules total about 140 minutes plus exercises and discussion.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86868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Lead Comes In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Response Framework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Before You Nurture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7-Day New Lead Campaign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30-Day Buyer Nurture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Seller Lead Nurture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Learn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Demo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Practice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Apply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 Guardrails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helps draft and organize. You still verify, edit, and decide.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client privacy.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facts before sending.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Fair Housing risk.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outsource licensed judgment.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Private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Verified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Compliant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Human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After the Lead Comes In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The gap between lead generation and conversion is usually the follow-up system.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 between lead generation and conversion is usually the follow-up system.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Lead Comes 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response is only the first move.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checking in is not a strategy.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follow-up earns the next reply.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Lead Comes 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response is only the first move.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checking in is not a strategy.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follow-up earns the next reply.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Campaigns should point toward appointments.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a weak check-in into a useful message.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reasons a lead would actually reply.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First Response Framework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A strong first response acknowledges, helps, asks, and opens the path.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strong first response acknowledges, helps, asks, and opens the path.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Response Framework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 the inquiry.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useful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one simple question.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Response Framework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 the inquiry.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useful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one simple question.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toward call, showing, or consultation.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first responses for property, registration, valuation, and relocation leads.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question for each lead type.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Segment Before You Nurture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The wrong campaign can make a good lead feel unseen.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wrong campaign can make a good lead feel unseen.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Before You Nurture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source.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vs seller.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Before You Nurture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source.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vs seller.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and price range.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level.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a synthetic lead list into active, warm, long-term, cold, and reactivation.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data their CRM already captures.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Build a 7-Day New Lead Campaign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The first week should vary the reason to reply.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week should vary the reason to reply.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7-Day New Lead Campaign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0: answer and ask.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1: helpful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2: question-based follow-up.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7-Day New Lead Campaign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0: answer and ask.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1: helpful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2: question-based follow-up.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4: property or resource.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7: appointment-oriented follow-up.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7-day sequence for a buyer who asked about one property.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touch feel different.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Build a 30-Day Buyer Nurture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Longer nurture should educate, observe, and invite action.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Longer nurture should educate, observe, and invite action.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30-Day Buyer Nurture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value messages.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listing alerts.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context.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30-Day Buyer Nurture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value messages.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listing alerts.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Financing reminders.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appointment asks.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30-day buyer campaign for a South Florida search lead.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one behavior trigger to the campaign.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Build a Seller Lead Nurture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Seller nurture should build confidence before asking for the appointment.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 nurture should build confidence before asking for the appointment.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Seller Lead Nurture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valuation follow-up.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education.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sales context.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Seller Lead Nurture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valuation follow-up.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education.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sales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Pre-listing prep.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and pricing conversations.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30-day campaign for a homeowner who requested a valuation.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message that asks about timing without pressure.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Re-Engage Old Leads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Old leads need a fresh reason to reply, not guilt.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Old leads need a fresh reason to reply, not guilt.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Re-Engage Old Leads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update hook.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Property-specific hook.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hook.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Re-Engage Old Leads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update hook.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Property-specific hook.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hook.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resource hook.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status question.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reactivation messages for three stale lead scenarios.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anything that sounds like blame.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10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Behavior-Based Follow-Up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Behavior gives the campaign its next useful reason to exist.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 gives the campaign its next useful reason to exist.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Behavior-Based Follow-Up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Viewed multiple homes.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to website.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a property.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Behavior-Based Follow-Up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Viewed multiple homes.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to website.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a property.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Asked about payment or timing.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Viewed price reductions.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follow-up for a lead who returned three times in a week.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behavior trigger to implement first.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Take Back to Your Business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workflow and make it repeatable.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send every lead the same campaign.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each touch useful and specific.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Vary channel, reason, and call to action.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opt-outs and communication rules.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replies and appointments, not just sends.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7-Day Action Plan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Small, specific, and actually doable.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lead segment.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7-day campaign.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one 30-day extension.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three reactivation messages.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campaign performance after two weeks.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one repeatable workflow before adding another tool.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3 / 38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Miami Realtors AI Course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Online Lead Response and Nurture Campaigns</dc:title>
  <dc:subject>AI for Online Lead Response and Nurture Campaigns</dc:subject>
  <dc:creator>Ian Burton Price</dc:creator>
  <cp:lastModifiedBy>Ian Burton Price</cp:lastModifiedBy>
  <cp:revision>1</cp:revision>
  <dcterms:created xsi:type="dcterms:W3CDTF">2026-04-27T22:07:31Z</dcterms:created>
  <dcterms:modified xsi:type="dcterms:W3CDTF">2026-04-27T22:07:31Z</dcterms:modified>
</cp:coreProperties>
</file>