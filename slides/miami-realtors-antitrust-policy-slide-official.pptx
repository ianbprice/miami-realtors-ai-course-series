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this official MIAMI Antitrust Policy slide before any substantive course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R4_1950X\Documents\New project\assets\brand\MIAMI-REALTORS-Antitrust-Policy-Slide-20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MIAMI REALTORS + RWorld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REALTORS Antitrust Policy - Official</dc:title>
  <dc:subject>MIAMI REALTORS Antitrust Policy - Official</dc:subject>
  <dc:creator>Ian Burton Price</dc:creator>
  <cp:lastModifiedBy>Ian Burton Price</cp:lastModifiedBy>
  <cp:revision>1</cp:revision>
  <dcterms:created xsi:type="dcterms:W3CDTF">2026-06-12T00:00:52Z</dcterms:created>
  <dcterms:modified xsi:type="dcterms:W3CDTF">2026-06-12T00:00:52Z</dcterms:modified>
</cp:coreProperties>
</file>